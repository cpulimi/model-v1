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Calibri"/>
              </a:rPr>
              <a:t>Max adaptive iterations by dataset size (cap = 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Iterations to feasibility (max across batches)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25</c:v>
                  </c:pt>
                  <c:pt idx="1">
                    <c:v>50</c:v>
                  </c:pt>
                  <c:pt idx="2">
                    <c:v>100</c:v>
                  </c:pt>
                  <c:pt idx="3">
                    <c:v>200</c:v>
                  </c:pt>
                  <c:pt idx="4">
                    <c:v>300</c:v>
                  </c:pt>
                  <c:pt idx="5">
                    <c:v>450</c:v>
                  </c:pt>
                  <c:pt idx="6">
                    <c:v>600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parts in dataset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EDF0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Calibri"/>
              </a:rPr>
              <a:t>Batches that exhausted the iteration cap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scale ON  (penalty ~2.5M)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25</c:v>
                  </c:pt>
                  <c:pt idx="1">
                    <c:v>50</c:v>
                  </c:pt>
                  <c:pt idx="2">
                    <c:v>100</c:v>
                  </c:pt>
                  <c:pt idx="3">
                    <c:v>200</c:v>
                  </c:pt>
                  <c:pt idx="4">
                    <c:v>300</c:v>
                  </c:pt>
                  <c:pt idx="5">
                    <c:v>450</c:v>
                  </c:pt>
                  <c:pt idx="6">
                    <c:v>600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Objective scale OFF  (penalty 50k)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25</c:v>
                  </c:pt>
                  <c:pt idx="1">
                    <c:v>50</c:v>
                  </c:pt>
                  <c:pt idx="2">
                    <c:v>100</c:v>
                  </c:pt>
                  <c:pt idx="3">
                    <c:v>200</c:v>
                  </c:pt>
                  <c:pt idx="4">
                    <c:v>300</c:v>
                  </c:pt>
                  <c:pt idx="5">
                    <c:v>450</c:v>
                  </c:pt>
                  <c:pt idx="6">
                    <c:v>600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parts in dataset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F0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2B4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experiments run locally today. Headline: adaptive penalty is working as designed; where it appeared to stall or oscillate, we now know exactly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whole update: three questions, three clean answers. Experiment 3 overturned our own going-in hypothesis, which is the most interesting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nuance: the earlier observation that adaptive 'never moves off iteration 1' is a sampling-budget effect. At production budget SA is feasible at iter 1 so adaptive is a no-op. Here at a weak budget it does move — 2 to 3 iterations — and still converges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 on two definitions. Exhausted is about the QUBO-native mechanism, not the delivered solution — final solutions are feasible either way. The cost delta compares no-scale vs scaled full-pipeline final cost at the same part count, not against Gurobi.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slow down on. The trajectory is deterministic and reproduces identically at 100, 200, 300, 450 and 600 parts, so it is a property of the batch, not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 that this overturned our own hypothesis. The double-digit C1 reversions we pointed at were the weak sampler landing in a different marginal local minimum each iteration — fresh seed, only 10 reads — not an energetic trade-off.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takeaway for the penalty design: the objective-scale specifically earns its keep when sampling is constrained — hardware annealers, or tight time budgets — because it delivers feasibility even from a weak sampler.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honesty slide. The willingness to state that experiment 3 overturned our own hypothesis is the credibility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Penalty: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85800" y="2103120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Converges, and Why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13232" y="294436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controlled experiments on instances_low  |  SA sampler  |  local reproduction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39776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783080" y="41148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swept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→ 600 parts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566160" y="39776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663440" y="41148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46520" y="39776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7543800" y="41148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infeasible final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solutions, ever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3232" y="59436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FSL Quantum Risk Optimization  ·  Progress Update  ·  24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answer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experiment isolates one variable. Everything else held fixed: SA sampler, seed 42, same post-process.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502152" cy="4160520"/>
          </a:xfrm>
          <a:prstGeom prst="roundRect">
            <a:avLst>
              <a:gd name="adj" fmla="val 2611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47088"/>
            <a:ext cx="566928" cy="5669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7510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61518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adaptive still converge as we add data?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everywhere.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4096512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Swept 25 → 600 parts at a weak sampling budget. All 33 batches reached feasibility in ≤ 3 of 5 allowed iterations.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5112" y="1572768"/>
            <a:ext cx="3502152" cy="4160520"/>
          </a:xfrm>
          <a:prstGeom prst="roundRect">
            <a:avLst>
              <a:gd name="adj" fmla="val 2611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847088"/>
            <a:ext cx="566928" cy="56692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97510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61518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objective-scale term actually load-bearing?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weak budget, yes.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4096512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the penalty from ~2.5M to the base 50,000 made 20 of 33 batches exhaust the iteration cap.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01584" y="1572768"/>
            <a:ext cx="3502152" cy="4160520"/>
          </a:xfrm>
          <a:prstGeom prst="roundRect">
            <a:avLst>
              <a:gd name="adj" fmla="val 2611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94192" y="1847088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4192" y="197510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94192" y="261518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that failure structural, or under-sampling?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94192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Under-sampling.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94192" y="4096512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50k penalty at 100 reads / 3000 sweeps: the batch that oscillated is now feasible on the first sample.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1 — Growing the data does not stress adaptive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scaled to objective (~2.5M). Weak budget held fixed: 10 reads / 150 sweeps. Parts swept 25 → 600.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8580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99248" y="1737360"/>
            <a:ext cx="3913632" cy="1371600"/>
          </a:xfrm>
          <a:prstGeom prst="roundRect">
            <a:avLst>
              <a:gd name="adj" fmla="val 6667"/>
            </a:avLst>
          </a:prstGeom>
          <a:solidFill>
            <a:srgbClr val="02C39A">
              <a:alpha val="12000"/>
            </a:srgbClr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73568" y="188366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33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973568" y="24871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exhausted the 5-iteration cap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699248" y="336499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stays flat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99248" y="3712464"/>
            <a:ext cx="3913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caps every batch at ~50k Z-variables.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parts = more batches of the same difficulty, not harder batches.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actually stress adaptive we must raise the per-batch size, not the part count.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99248" y="54132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structural violations: 0 at every size.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2 — Remove the objective-scale and adaptive stalls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sweep, penalty forced to the base 50,000 instead of ~2.5M. Same weak budget, same seed.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8580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99248" y="1737360"/>
            <a:ext cx="3913632" cy="1371600"/>
          </a:xfrm>
          <a:prstGeom prst="roundRect">
            <a:avLst>
              <a:gd name="adj" fmla="val 6667"/>
            </a:avLst>
          </a:prstGeom>
          <a:solidFill>
            <a:srgbClr val="F96167">
              <a:alpha val="12000"/>
            </a:srgbClr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73568" y="188366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of 33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973568" y="24871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never reached feasibility natively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699248" y="336499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delivered answer is unchanged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99248" y="3712464"/>
            <a:ext cx="3913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cost differs by ≤ 0.04% at every size.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violations still 0 — classical retry + repair rescues it.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paid in time: 1.5–2.8× slower (544s → 1,403s on full low).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99248" y="5413248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"Exhausted" = adaptive never produced a 0-violation sample within its 5 iterations.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failure actually looked like: a limit cycle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batch every time — 71 parts, Z ≈ 49,879. Penalty 50k, weak budget. Violations shown as C1 / C2 / C3.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298448" cy="841248"/>
          </a:xfrm>
          <a:prstGeom prst="roundRect">
            <a:avLst>
              <a:gd name="adj" fmla="val 13043"/>
            </a:avLst>
          </a:prstGeom>
          <a:solidFill>
            <a:srgbClr val="F96167">
              <a:alpha val="82000"/>
            </a:srgbClr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94767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218541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6 / 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12848" y="1874520"/>
            <a:ext cx="1298448" cy="841248"/>
          </a:xfrm>
          <a:prstGeom prst="roundRect">
            <a:avLst>
              <a:gd name="adj" fmla="val 13043"/>
            </a:avLst>
          </a:prstGeom>
          <a:solidFill>
            <a:srgbClr val="F96167">
              <a:alpha val="82000"/>
            </a:srgbClr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12848" y="194767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12848" y="218541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0 / 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58768" y="1874520"/>
            <a:ext cx="1298448" cy="841248"/>
          </a:xfrm>
          <a:prstGeom prst="roundRect">
            <a:avLst>
              <a:gd name="adj" fmla="val 13043"/>
            </a:avLst>
          </a:prstGeom>
          <a:solidFill>
            <a:srgbClr val="F96167">
              <a:alpha val="82000"/>
            </a:srgbClr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58768" y="194767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58768" y="218541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6 / 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504688" y="1874520"/>
            <a:ext cx="1298448" cy="841248"/>
          </a:xfrm>
          <a:prstGeom prst="roundRect">
            <a:avLst>
              <a:gd name="adj" fmla="val 13043"/>
            </a:avLst>
          </a:prstGeom>
          <a:solidFill>
            <a:srgbClr val="F96167">
              <a:alpha val="82000"/>
            </a:srgbClr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04688" y="194767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4688" y="218541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0 / 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150608" y="1874520"/>
            <a:ext cx="1298448" cy="841248"/>
          </a:xfrm>
          <a:prstGeom prst="roundRect">
            <a:avLst>
              <a:gd name="adj" fmla="val 13043"/>
            </a:avLst>
          </a:prstGeom>
          <a:solidFill>
            <a:srgbClr val="F96167">
              <a:alpha val="82000"/>
            </a:srgbClr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0608" y="194767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50608" y="218541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 / 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920240" y="2295144"/>
            <a:ext cx="2743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566160" y="2295144"/>
            <a:ext cx="2743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212080" y="2295144"/>
            <a:ext cx="2743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858000" y="2295144"/>
            <a:ext cx="2743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796528" y="1874520"/>
            <a:ext cx="2816352" cy="841248"/>
          </a:xfrm>
          <a:prstGeom prst="roundRect">
            <a:avLst>
              <a:gd name="adj" fmla="val 1304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96528" y="210312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EXHAUSTED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66928" y="29626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C1 and C2 → C3 breaks.   Fix C3 → C1 and C2 come straight back.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566928" y="3529584"/>
            <a:ext cx="5394960" cy="2212848"/>
          </a:xfrm>
          <a:prstGeom prst="roundRect">
            <a:avLst>
              <a:gd name="adj" fmla="val 4132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37124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" y="404164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iteration multiplies by 1.5× only the constraints violated right now.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Multipliers ratchet up and never come back down.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C1/C2 and C3 share the same Z and Y variables, so satisfying one re-breaks the other.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17920" y="3529584"/>
            <a:ext cx="5394960" cy="2212848"/>
          </a:xfrm>
          <a:prstGeom prst="roundRect">
            <a:avLst>
              <a:gd name="adj" fmla="val 4132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7124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going-in hypothesis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92240" y="404164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penalty is simply too small relative to the ~1e8 objective, so the sampler trades one constraint for another. Structural — it needs a bigger penalty."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92240" y="513892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3 tested exactly this — and disproved 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3 — The test that changed our answer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50k penalty. Raise only the sampling budget: 10 reads / 150 sweeps → 100 reads / 3000 sweeps.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96167">
              <a:alpha val="1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3677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budget — 10 reads / 150 sweeps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572768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163677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budget — 100 reads / 3000 sweeps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2157984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Z ≈ 49,879  (71 parts)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2157984"/>
            <a:ext cx="2807208" cy="457200"/>
          </a:xfrm>
          <a:prstGeom prst="roundRect">
            <a:avLst>
              <a:gd name="adj" fmla="val 14000"/>
            </a:avLst>
          </a:prstGeom>
          <a:solidFill>
            <a:srgbClr val="F96167">
              <a:alpha val="12000"/>
            </a:srgbClr>
          </a:solidFill>
          <a:ln w="12700">
            <a:solidFill>
              <a:srgbClr val="F5C0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2240280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EXHAUSTED at iter 5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2157984"/>
            <a:ext cx="2807208" cy="457200"/>
          </a:xfrm>
          <a:prstGeom prst="roundRect">
            <a:avLst>
              <a:gd name="adj" fmla="val 14000"/>
            </a:avLst>
          </a:prstGeom>
          <a:solidFill>
            <a:srgbClr val="02C39A">
              <a:alpha val="12000"/>
            </a:srgbClr>
          </a:solidFill>
          <a:ln w="12700">
            <a:solidFill>
              <a:srgbClr val="A9E6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240280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at iter 1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273405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Z ≈ 35,905  (50 parts)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2734056"/>
            <a:ext cx="2807208" cy="457200"/>
          </a:xfrm>
          <a:prstGeom prst="roundRect">
            <a:avLst>
              <a:gd name="adj" fmla="val 14000"/>
            </a:avLst>
          </a:prstGeom>
          <a:solidFill>
            <a:srgbClr val="F96167">
              <a:alpha val="12000"/>
            </a:srgbClr>
          </a:solidFill>
          <a:ln w="12700">
            <a:solidFill>
              <a:srgbClr val="F5C0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816352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at iter 3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2734056"/>
            <a:ext cx="2807208" cy="457200"/>
          </a:xfrm>
          <a:prstGeom prst="roundRect">
            <a:avLst>
              <a:gd name="adj" fmla="val 14000"/>
            </a:avLst>
          </a:prstGeom>
          <a:solidFill>
            <a:srgbClr val="02C39A">
              <a:alpha val="12000"/>
            </a:srgbClr>
          </a:solidFill>
          <a:ln w="12700">
            <a:solidFill>
              <a:srgbClr val="A9E6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816352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at iter 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331012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Z ≈ 24,370  (29 parts)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3310128"/>
            <a:ext cx="2807208" cy="457200"/>
          </a:xfrm>
          <a:prstGeom prst="roundRect">
            <a:avLst>
              <a:gd name="adj" fmla="val 14000"/>
            </a:avLst>
          </a:prstGeom>
          <a:solidFill>
            <a:srgbClr val="F96167">
              <a:alpha val="12000"/>
            </a:srgbClr>
          </a:solidFill>
          <a:ln w="12700">
            <a:solidFill>
              <a:srgbClr val="F5C0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3392424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at iter 5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09360" y="3310128"/>
            <a:ext cx="2807208" cy="457200"/>
          </a:xfrm>
          <a:prstGeom prst="roundRect">
            <a:avLst>
              <a:gd name="adj" fmla="val 14000"/>
            </a:avLst>
          </a:prstGeom>
          <a:solidFill>
            <a:srgbClr val="02C39A">
              <a:alpha val="12000"/>
            </a:srgbClr>
          </a:solidFill>
          <a:ln w="12700">
            <a:solidFill>
              <a:srgbClr val="A9E6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392424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at iter 3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3886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Z ≈ 19,358  (25 parts)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3886200"/>
            <a:ext cx="2807208" cy="457200"/>
          </a:xfrm>
          <a:prstGeom prst="roundRect">
            <a:avLst>
              <a:gd name="adj" fmla="val 14000"/>
            </a:avLst>
          </a:prstGeom>
          <a:solidFill>
            <a:srgbClr val="F96167">
              <a:alpha val="12000"/>
            </a:srgbClr>
          </a:solidFill>
          <a:ln w="12700">
            <a:solidFill>
              <a:srgbClr val="F5C0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3968496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at iter 4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09360" y="3886200"/>
            <a:ext cx="2807208" cy="457200"/>
          </a:xfrm>
          <a:prstGeom prst="roundRect">
            <a:avLst>
              <a:gd name="adj" fmla="val 14000"/>
            </a:avLst>
          </a:prstGeom>
          <a:solidFill>
            <a:srgbClr val="02C39A">
              <a:alpha val="12000"/>
            </a:srgbClr>
          </a:solidFill>
          <a:ln w="12700">
            <a:solidFill>
              <a:srgbClr val="A9E6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968496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at iter 3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326880" y="2157984"/>
            <a:ext cx="2468880" cy="2185416"/>
          </a:xfrm>
          <a:prstGeom prst="roundRect">
            <a:avLst>
              <a:gd name="adj" fmla="val 4184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9760" y="23408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509760" y="267004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Under-sampling,</a:t>
            </a:r>
            <a:endParaRPr lang="en-US" sz="19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structural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9509760" y="3611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penalty was sufficient all along.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6928" y="4645152"/>
            <a:ext cx="11228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confirmations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6928" y="4992624"/>
            <a:ext cx="11228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batch that oscillated to exhaustion is now feasible on the very first sample — adaptive never even escalates.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iterations are still needed, violations now fall monotonically (10/17/40 → 3/4/10 → 0) instead of ping-ponging. Monotone descent = genuine convergence.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picture that ties it together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has two independent levers. Only starving both at once produces the failure we chased.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88920" y="1755648"/>
            <a:ext cx="4206240" cy="1755648"/>
          </a:xfrm>
          <a:prstGeom prst="roundRect">
            <a:avLst>
              <a:gd name="adj" fmla="val 5208"/>
            </a:avLst>
          </a:prstGeom>
          <a:solidFill>
            <a:srgbClr val="02C39A">
              <a:alpha val="10000"/>
            </a:srgbClr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44952" y="19202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44952" y="221284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~2.5M  ·  weak sampling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44952" y="2596896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 in ≤ 3 iterations, every batch. Adaptive earns its keep here.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60920" y="1755648"/>
            <a:ext cx="4206240" cy="1755648"/>
          </a:xfrm>
          <a:prstGeom prst="roundRect">
            <a:avLst>
              <a:gd name="adj" fmla="val 5208"/>
            </a:avLst>
          </a:prstGeom>
          <a:solidFill>
            <a:srgbClr val="02C39A">
              <a:alpha val="10000"/>
            </a:srgbClr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16952" y="19202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16952" y="221284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~2.5M  ·  strong sampling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16952" y="2596896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at iteration 1. Adaptive is a no-op safety net.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88920" y="3831336"/>
            <a:ext cx="4206240" cy="1755648"/>
          </a:xfrm>
          <a:prstGeom prst="roundRect">
            <a:avLst>
              <a:gd name="adj" fmla="val 5208"/>
            </a:avLst>
          </a:prstGeom>
          <a:solidFill>
            <a:srgbClr val="F96167">
              <a:alpha val="18000"/>
            </a:srgbClr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4952" y="39959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3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PATHOLOGICAL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44952" y="4288536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50k  ·  weak sampling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044952" y="4672584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cycle. 20 of 33 batches exhaust the cap.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60920" y="3831336"/>
            <a:ext cx="4206240" cy="1755648"/>
          </a:xfrm>
          <a:prstGeom prst="roundRect">
            <a:avLst>
              <a:gd name="adj" fmla="val 5208"/>
            </a:avLst>
          </a:prstGeom>
          <a:solidFill>
            <a:srgbClr val="02C39A">
              <a:alpha val="10000"/>
            </a:srgbClr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16952" y="39959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16952" y="4288536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50k  ·  strong sampling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616952" y="4672584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Feasible, usually at iteration 1. Penalty size alone was never the blocker.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88920" y="58704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BUDGET  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 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3931920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sits two levers away from the failure mode.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go next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2E3A78"/>
          </a:solidFill>
          <a:ln w="12700">
            <a:solidFill>
              <a:srgbClr val="4452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66420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the right axis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04288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parts at 600 and raise the per-batch variable cap (100k → 400k). Batch size, not part count, is what actually loads adaptive.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34840" y="141732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2E3A78"/>
          </a:solidFill>
          <a:ln w="12700">
            <a:solidFill>
              <a:srgbClr val="4452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166420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the schedule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09160" y="2304288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all recently-violated constraints together, or grow proportionally to violation count, instead of a flat 1.5× on the current violator.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83880" y="141732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2E3A78"/>
          </a:solidFill>
          <a:ln w="12700">
            <a:solidFill>
              <a:srgbClr val="4452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58200" y="166420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the hub axis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58200" y="2304288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sweep varied parts with hubs fixed at 200. A hubs-first framing needs a subset of hubs.csv — there is no max-hubs flag.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40416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honestly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4407408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final solution in all three experiments was structurally feasible — 0 violations — and final costs agree within 0.04%. None of this changes the delivered answer today.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swept axis was parts (SKUs); hubs were fixed at 200 and zips at 2,000 throughout.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3 was run to 100 parts; the 200-part run was stopped for time once the decisive batch had answered the question.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60533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runs: instances_low · SA sampler · seed 42 · PYTHONHASHSEED=0 · identical classical post-process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Penalty: Where It Converges, and Why</dc:title>
  <dc:subject>PptxGenJS Presentation</dc:subject>
  <dc:creator>FSL Quantum Risk Optimization</dc:creator>
  <cp:lastModifiedBy>FSL Quantum Risk Optimization</cp:lastModifiedBy>
  <cp:revision>1</cp:revision>
  <dcterms:created xsi:type="dcterms:W3CDTF">2026-07-24T19:39:45Z</dcterms:created>
  <dcterms:modified xsi:type="dcterms:W3CDTF">2026-07-24T19:39:45Z</dcterms:modified>
</cp:coreProperties>
</file>